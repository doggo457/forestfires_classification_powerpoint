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24113" cy="10688638"/>
  <p:notesSz cx="10688638" cy="151241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4854" y="-4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2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417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</a:rPr>
              <a:t>Student ID: 3308299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417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40AF"/>
                </a:solidFill>
              </a:rPr>
              <a:t>Forest Fires Classification Using Machine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417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Predicting Burned Area Exceeding 4% Using CRISP-DM Methodology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 PROJECT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Data Loading &amp; Initial Exploration (517 samples, 13 features)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Data Quality Assessment &amp; Outlier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Data Cleaning: Fixed FFMC outlier (18.7 → 91.6 median)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Feature Engineering: Encoded categorical variables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Data Split: 60% Train (309), 20% Validation (104), 20% Test (104)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Model Training: 15 models across 3 algorithms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Hyperparameter Search: Grid search with validation metrics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Final Model: Trained on combined train+validation sets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Evaluation: Confusion matrix &amp; performance metrics on test 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371600"/>
            <a:ext cx="45720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303520" y="1417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2. DATA UNDERSTANDING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737360"/>
          <a:ext cx="457200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Variable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Type Used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Include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X, 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Numeric (Discrete)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month, day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(Encoded)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FFMC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Numeric (Continuous)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DMC, DC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Numeric (Continuous)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ISI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Numeric (Continuous)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temp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Numeric (Continuous)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Numeric (Discrete)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wind, rain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Numeric (Continuous)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Target (T/F)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10149840" y="1371600"/>
            <a:ext cx="457200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0149840" y="1417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3. DATA PREPARATION</a:t>
            </a:r>
            <a:endParaRPr lang="en-US" sz="1200" dirty="0"/>
          </a:p>
        </p:txBody>
      </p:sp>
      <p:pic>
        <p:nvPicPr>
          <p:cNvPr id="14" name="Image 0" descr="/home/claude/ffmc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737360"/>
            <a:ext cx="4572000" cy="1828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149840" y="3611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11827"/>
                </a:solidFill>
              </a:rPr>
              <a:t>Data Cleaning Operation: Replaced FFMC outlier (18.7) with median (91.6) - FFMC typically ranges 80-95 in forest fire conditions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" y="4114800"/>
            <a:ext cx="9418320" cy="32004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457200" y="4160520"/>
            <a:ext cx="9418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4. MODELLING</a:t>
            </a:r>
            <a:endParaRPr lang="en-US" sz="1200" dirty="0"/>
          </a:p>
        </p:txBody>
      </p:sp>
      <p:graphicFrame>
        <p:nvGraphicFramePr>
          <p:cNvPr id="1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0560"/>
          <a:ext cx="8046720" cy="2743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Algorithm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Hyperparameters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 Acc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 F1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RF_1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n_est=50, depth=5, split=5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0.837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RF_2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n_est=100, depth=10, split=2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0.846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0.869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RF_3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n_est=200, depth=15, split=2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0.837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RF_4*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n_est=100, depth=None, split=2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0.856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RF_5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n_est=150, depth=20, split=3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0.856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SVM_1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SVM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linear, C=0.1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0.558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0.589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SVM_3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SVM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rbf, C=1.0, gamma=scale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0.683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0.736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SVM_5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SVM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poly, C=1.0, degree=3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0.654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0.747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NN_1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Neural Net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layers=(50,), relu, lr=0.001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0.673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0.717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NN_2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Neural Net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layers=(100,), relu, lr=0.001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NN_5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Neural Net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layers=(64,32,16), relu, lr=0.001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0.744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9" name="Text 14"/>
          <p:cNvSpPr/>
          <p:nvPr/>
        </p:nvSpPr>
        <p:spPr>
          <a:xfrm>
            <a:off x="457200" y="7269480"/>
            <a:ext cx="9418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</a:rPr>
              <a:t>*Best model selected | Hyperparameter Selection: Grid search with predefined values based on best practices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10149840" y="4114800"/>
            <a:ext cx="457200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10149840" y="4160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5. RESULTS AND ERRORS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149840" y="4480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Model Justification: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14984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Random Forest (RF_4) selected for highest validation F1-score (0.876) and balanced performance. Ensemble method provides robustness against overfitting.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149840" y="5029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Confusion Matrix (Test Set):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247120" y="5257800"/>
          <a:ext cx="2286000" cy="7315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Pred: F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Pred: 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Actual: F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Actual: 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Text 20"/>
          <p:cNvSpPr/>
          <p:nvPr/>
        </p:nvSpPr>
        <p:spPr>
          <a:xfrm>
            <a:off x="10149840" y="60350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Test Performance: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0149840" y="6217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• Accuracy: 87.5%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• Precision: 88.3%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• Recall: 89.8%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• F1-Score: 89.1%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2435840" y="60350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Model Utility: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2435840" y="6217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High recall (89.8%) ensures most high-risk fires are detected, crucial for early warning systems. Balanced performance suitable for deployment.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" y="7680960"/>
            <a:ext cx="685800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5"/>
          <p:cNvSpPr/>
          <p:nvPr/>
        </p:nvSpPr>
        <p:spPr>
          <a:xfrm>
            <a:off x="457200" y="77266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6. INSIGHTS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8046720"/>
            <a:ext cx="6858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Key Feature Importance: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1. DC (Drought Code): 23.9% - Long-term moisture deficit indicator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2. DMC (Duff Moisture Code): 22.0% - Medium-term fuel moisture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3. Temperature: 10.4% - Direct fire behavior influence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4. Month: 8.8% - Seasonal fire patterns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5. FFMC: 7.7% - Surface litter moisture content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Model Characteristics: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• Random Forest provides feature importance insights for interpretability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• No significant bias detected across spatial coordinates (X, 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• Ensemble approach balances variance-bias tradeoff effectively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589520" y="7680960"/>
            <a:ext cx="7132320" cy="32004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7589520" y="77266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7. REFERENCES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589520" y="804672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• Breiman, L. (2001). Random forests. Machine learning, 45(1), 5-32.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• Cortez, P., &amp; Morais, A. (2007). A data mining approach to predict forest fires using meteorological data.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• Pedregosa, F. et al. (2011). Scikit-learn: Machine learning in Python. Journal of machine learning research, 12, 2825-2830.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• Wirth, R., &amp; Hipp, J. (2000). CRISP-DM: Towards a standard process model for data mining.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Tools Used: Python 3.x, scikit-learn 1.0+, pandas, numpy, matplotlib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AI Assistance: Claude AI used for suggestions and helping </a:t>
            </a:r>
            <a:r>
              <a:rPr lang="en-US" sz="900">
                <a:solidFill>
                  <a:srgbClr val="111827"/>
                </a:solidFill>
              </a:rPr>
              <a:t>with research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57200" y="10241280"/>
            <a:ext cx="1417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CSCU9M5 - Introduction to Machine Learning (2025/6) | Forest Fires Classification Assignment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788</Words>
  <Application>Microsoft Office PowerPoint</Application>
  <PresentationFormat>Custom</PresentationFormat>
  <Paragraphs>149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Callum Challinor</cp:lastModifiedBy>
  <cp:revision>3</cp:revision>
  <dcterms:created xsi:type="dcterms:W3CDTF">2025-11-27T02:07:38Z</dcterms:created>
  <dcterms:modified xsi:type="dcterms:W3CDTF">2025-12-01T19:49:31Z</dcterms:modified>
</cp:coreProperties>
</file>