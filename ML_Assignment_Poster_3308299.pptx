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5124176" cy="10689336"/>
  <p:notesSz cx="10689336" cy="1512417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417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827"/>
                </a:solidFill>
              </a:rPr>
              <a:t>Student ID: 3308299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417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40AF"/>
                </a:solidFill>
              </a:rPr>
              <a:t>Forest Fires Classification Using Machine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572000" cy="3200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17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1. PROJECT METHODOLOGY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03520" y="1371600"/>
            <a:ext cx="457200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0" y="1417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2. DATA UNDERSTANDING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149840" y="1371600"/>
            <a:ext cx="457200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10149840" y="1417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3. DATA PREPARATION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4114800"/>
            <a:ext cx="9418320" cy="3200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160520"/>
            <a:ext cx="9418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4. MODELLING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149840" y="4114800"/>
            <a:ext cx="457200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10149840" y="4160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5. RESULTS AND ERRORS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7680960"/>
            <a:ext cx="685800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772668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6. INSIGHTS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0" y="7680960"/>
            <a:ext cx="7132320" cy="3200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7" name="Text 15"/>
          <p:cNvSpPr/>
          <p:nvPr/>
        </p:nvSpPr>
        <p:spPr>
          <a:xfrm>
            <a:off x="7589520" y="7726680"/>
            <a:ext cx="7132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7. REFERENCES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10241280"/>
            <a:ext cx="1417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CSCU9M5 - Introduction to Machine Learning (2025/6) | Forest Fires Classification Assignment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2025-11-29T13:54:57Z</dcterms:created>
  <dcterms:modified xsi:type="dcterms:W3CDTF">2025-11-29T13:54:57Z</dcterms:modified>
</cp:coreProperties>
</file>