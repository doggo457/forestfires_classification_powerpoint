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5124113" cy="10688638"/>
  <p:notesSz cx="10688638" cy="151241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147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2737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417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</a:rPr>
              <a:t>Student ID: 3308299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417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40AF"/>
                </a:solidFill>
              </a:rPr>
              <a:t>Forest Fires Classification Using Machine 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417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</a:rPr>
              <a:t>Predicting Burned Area Exceeding 4% Using CRISP-DM Methodology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572000" cy="3200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1. PROJECT METHODOLOGY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Data Loading &amp; Initial Exploration (517 samples, 13 features)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Data Quality Assessment &amp; Outlier Detection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Data Cleaning: Fixed FFMC outlier (18.7 → 91.6 median)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Feature Engineering: Encoded categorical variables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Data Split: 60% Train (309), 20% Validation (104), 20% Test (104)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Model Training: 15 models across 3 algorithms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Hyperparameter Search: Grid search with validation metrics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Final Model: Trained on combined train+validation sets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Evaluation: Confusion matrix &amp; performance metrics on test set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371600"/>
            <a:ext cx="45720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30352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2. DATA UNDERSTANDING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138445"/>
              </p:ext>
            </p:extLst>
          </p:nvPr>
        </p:nvGraphicFramePr>
        <p:xfrm>
          <a:off x="5303520" y="1737360"/>
          <a:ext cx="4572000" cy="22860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Variable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Type Used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Include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X, 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(Discrete)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month, day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Categorical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 (Encoded)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FFMC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DMC, DC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ISI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temp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(Discrete)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wind, rain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Categorical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Target (T/F)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10149840" y="1371600"/>
            <a:ext cx="457200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1014984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3. DATA PREPARATION</a:t>
            </a:r>
            <a:endParaRPr lang="en-US" sz="1200" dirty="0"/>
          </a:p>
        </p:txBody>
      </p:sp>
      <p:pic>
        <p:nvPicPr>
          <p:cNvPr id="14" name="Image 0" descr="/home/claude/ffmc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1737360"/>
            <a:ext cx="4572000" cy="1828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149840" y="36118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827"/>
                </a:solidFill>
              </a:rPr>
              <a:t>Data Cleaning Operation: Replaced FFMC outlier (18.7) with median (91.6) - FFMC typically ranges 80-95 in forest fire conditions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4114800"/>
            <a:ext cx="9418320" cy="3200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3"/>
          <p:cNvSpPr/>
          <p:nvPr/>
        </p:nvSpPr>
        <p:spPr>
          <a:xfrm>
            <a:off x="457200" y="4160520"/>
            <a:ext cx="941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4. MODELLING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10149840" y="4114800"/>
            <a:ext cx="457200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5"/>
          <p:cNvSpPr/>
          <p:nvPr/>
        </p:nvSpPr>
        <p:spPr>
          <a:xfrm>
            <a:off x="10149840" y="4160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5. RESULTS AND ERRORS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57200" y="7680960"/>
            <a:ext cx="685800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7"/>
          <p:cNvSpPr/>
          <p:nvPr/>
        </p:nvSpPr>
        <p:spPr>
          <a:xfrm>
            <a:off x="457200" y="77266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6. INSIGHTS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589520" y="7680960"/>
            <a:ext cx="7132320" cy="3200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19"/>
          <p:cNvSpPr/>
          <p:nvPr/>
        </p:nvSpPr>
        <p:spPr>
          <a:xfrm>
            <a:off x="7589520" y="7726680"/>
            <a:ext cx="7132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7. REFERENCES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57200" y="10241280"/>
            <a:ext cx="1417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CA3AF"/>
                </a:solidFill>
              </a:rPr>
              <a:t>CSCU9M5 - Introduction to Machine Learning (2025/6) | Forest Fires Classification Assignment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254</Words>
  <Application>Microsoft Office PowerPoint</Application>
  <PresentationFormat>Custom</PresentationFormat>
  <Paragraphs>52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Callum Challinor</cp:lastModifiedBy>
  <cp:revision>2</cp:revision>
  <dcterms:created xsi:type="dcterms:W3CDTF">2025-11-29T13:57:19Z</dcterms:created>
  <dcterms:modified xsi:type="dcterms:W3CDTF">2025-11-30T14:56:14Z</dcterms:modified>
</cp:coreProperties>
</file>